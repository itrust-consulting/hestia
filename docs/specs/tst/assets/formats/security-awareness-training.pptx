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Security Awareness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refresher for all staff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Phishing Recognition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sender addresses before clicking links</a:t>
            </a:r>
          </a:p>
          <a:p>
            <a:r>
              <a:t>Never enter credentials on a page reached via an unsolicited email link</a:t>
            </a:r>
          </a:p>
          <a:p>
            <a:r>
              <a:t>Report suspicious emails to the security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Classification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 Confidential, Restricted, and Secret data per policy</a:t>
            </a:r>
          </a:p>
          <a:p>
            <a:r>
              <a:t>When unsure of classification, ask the data owner before sharing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